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D4BF"/>
                </a:solidFill>
              </a:defRPr>
            </a:pPr>
            <a:r>
              <a:t>AEROHUB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SMART AIRPORT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06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8BDF8"/>
                </a:solidFill>
              </a:defRPr>
            </a:pPr>
            <a:r>
              <a:t>Task 4 — Flight Dashboard &amp; Terminal Business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Student: Mohamed</a:t>
            </a:r>
            <a:br/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5394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DD4BF"/>
                </a:solidFill>
              </a:defRPr>
            </a:pPr>
            <a:r>
              <a:t>CONNECTED AIRPORT  /  INTELLIGENT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Smart Airport Application &amp; AI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Digital kiosks and AI-supported scanning help staff identify passengers, reduce processing friction, and protect airport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324612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2996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MIT App Inventor kiosk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04288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Passenger check-in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324612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2996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PictoBlox AI scanner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04288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AI-assisted identification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20240"/>
            <a:ext cx="324612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02996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Secure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04288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Controlled access and protected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874519"/>
            <a:ext cx="2148840" cy="2423160"/>
          </a:xfrm>
          <a:prstGeom prst="rect">
            <a:avLst/>
          </a:prstGeom>
          <a:solidFill>
            <a:srgbClr val="17255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274320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MIT App Inventor</a:t>
            </a:r>
            <a:br/>
            <a:r>
              <a:t>Screenshot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7033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PLACE PROJECT IMAGE HERE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874519"/>
            <a:ext cx="2148840" cy="2423160"/>
          </a:xfrm>
          <a:prstGeom prst="rect">
            <a:avLst/>
          </a:prstGeom>
          <a:solidFill>
            <a:srgbClr val="17255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9800" y="274320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PictoBlox</a:t>
            </a:r>
            <a:br/>
            <a:r>
              <a:t>Screenshot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37033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PLACE PROJECT IMAGE 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</a:defRPr>
            </a:pPr>
            <a:r>
              <a:t>Application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</a:defRPr>
            </a:pPr>
            <a:r>
              <a:t>AI assistance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</a:defRPr>
            </a:pPr>
            <a:r>
              <a:t>Privacy by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Network Infrastructure &amp; Flight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LAN keeps terminal operations fast; WAN connects AeroHub to the global aviation ecosystem.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</a:defRPr>
            </a:pPr>
            <a:r>
              <a:t>LAN  /  INTERNAL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Boarding scanners  •  Check-in computers  •  Gate computers</a:t>
            </a:r>
            <a:br/>
            <a:r>
              <a:t>Local servers  •  Airport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WAN  /  GLOBAL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Foreign airports  •  Airline hubs  •  Aviation centers</a:t>
            </a:r>
            <a:br/>
            <a:r>
              <a:t>External servers and cloud 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417320"/>
            <a:ext cx="214884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527048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PASSENGERS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801368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2,425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417320"/>
            <a:ext cx="214884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1527048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AVG DELAY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1801368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20.83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2743200"/>
            <a:ext cx="214884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2852928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MAX DELAY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127248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50 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743200"/>
            <a:ext cx="214884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2852928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MIN DELAY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127248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</a:defRPr>
            </a:pPr>
            <a:r>
              <a:t>Edge router + firewall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Flight Schedule Dashboard — Daily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A single operational view turns schedule data into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4231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1848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Scheduled flights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92807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08760"/>
            <a:ext cx="24231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1848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Passengers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892807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2,425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24231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1848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Average delay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92807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20.83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39" y="1508760"/>
            <a:ext cx="24231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3999" y="161848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Maximum delay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999" y="1892807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50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971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Passenger load by selected flights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290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AH101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3447288"/>
            <a:ext cx="2992581" cy="2011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7061" y="341071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180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86791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AH102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0" y="3886200"/>
            <a:ext cx="3657600" cy="2011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384962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220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306824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AH105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4325112"/>
            <a:ext cx="3990109" cy="2011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44589" y="428853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240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745736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AH109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4764023"/>
            <a:ext cx="3408218" cy="2011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62698" y="47274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205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18464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AH112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63040" y="5202936"/>
            <a:ext cx="3325090" cy="2011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79570" y="51663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200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063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</a:defRPr>
            </a:pPr>
            <a:r>
              <a:t>FILTER 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3520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Destination Continent = Europe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1605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AH101  •  AH104  •  AH108  •  AH110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98348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</a:defRPr>
            </a:pPr>
            <a:r>
              <a:t>Dashboard supports trend comparison, delay awareness, and fast operational filtering.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Conclusion &amp; 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 AeroHub integrates smart airport technologies.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84248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 LAN provides fast internal communication.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51176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 WAN enables global connectivity.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18104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 AI improves operational efficiency.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8503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 The Flight Dashboard supports decision-making.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5196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D4BF"/>
                </a:solidFill>
              </a:defRPr>
            </a:pPr>
            <a:r>
              <a:t>•  Future: predictive delay AI, automated baggage tracking, and real-time analytics.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0574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38BDF8"/>
                </a:solidFill>
              </a:defRPr>
            </a:pPr>
            <a:r>
              <a:t>“From Connected Airport</a:t>
            </a:r>
            <a:br/>
            <a:r>
              <a:t>to Intelligent Airport.”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303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AEROHUB  |  TASK 4 FINAL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